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D66BA-FE4E-D9AD-EBB1-7D2221D928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3D89B-10EB-68F1-B133-E4A2F4167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7DDF7-FCA9-EF0D-9568-DBB9EE97C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EF407-B7CA-48AD-B372-F18D38ACEB3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789F0-7A29-F0F6-427F-C9409E163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1A3F8-6B48-D3E4-719F-362D1B4FF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A1D2-2960-4BCF-96D5-E182A7F7C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299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D65F7-73D6-2484-A0BD-7174DA972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32D91-7EC2-E054-188A-192EB2F4E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F0741-AE31-8747-2117-F2A539B84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EF407-B7CA-48AD-B372-F18D38ACEB3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B8312-A3D9-9538-33E2-89AA8F803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1610E-A96F-DFC4-63E8-39CA20569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A1D2-2960-4BCF-96D5-E182A7F7C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263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A048F-6A09-9EB9-759A-82CC33C6D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BC82D-D6C9-B99D-72DF-B9E9BC925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A54B8-A33B-93BD-DB1B-7103E83B6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EF407-B7CA-48AD-B372-F18D38ACEB3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02CFE-DC3A-57AA-62A2-878DA2E28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CE0CE-2C3C-57C5-339B-FE246165E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A1D2-2960-4BCF-96D5-E182A7F7C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432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C25AA-5A14-E59D-1B57-94BF40038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AA318-BB72-46B3-7F4A-26DC1905DF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847A61-A849-BE05-7EBE-ADA56962A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375F1C-AFF8-B5E9-C1CA-C2C8A5C64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EF407-B7CA-48AD-B372-F18D38ACEB3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8B0DE-9E83-F09B-1298-517DB38B9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59DFC-54D0-69A3-D5E4-33222ABA5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A1D2-2960-4BCF-96D5-E182A7F7C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038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2C941-39B0-A671-797A-3E697A3A6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BE121-2AEE-D27E-59A7-16CAE4004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D3E88-3B8C-E5FD-CA0F-C4B22EC94F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59F171-EC99-89B7-2916-67D4FC2AF8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E80A87-BEBE-FE7F-117E-D52FEA8AA3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180BA5-6C8F-1F31-16E8-0BA7BF54C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EF407-B7CA-48AD-B372-F18D38ACEB3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BB428B-80DC-EB73-B1B0-8997AC0C3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B6EACC-2FD6-2DE8-639B-4D194E35A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A1D2-2960-4BCF-96D5-E182A7F7C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72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3596F-E806-29F9-231C-7E5E4EF46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1D936B-AE0A-05A9-E86B-4AD590D84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EF407-B7CA-48AD-B372-F18D38ACEB3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372816-931F-0980-FDB8-32D0E87EB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12E2C9-7B22-16C2-1439-AB9454719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A1D2-2960-4BCF-96D5-E182A7F7C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881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8BF98-8E33-646D-72A8-64A7FC17F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EF407-B7CA-48AD-B372-F18D38ACEB3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8D775F-D822-44F8-3BDF-6320C286F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6CEBD-1143-1A9B-BBA3-0819BC7BA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A1D2-2960-4BCF-96D5-E182A7F7C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729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94B5B-2DA2-960D-7F91-900752546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70C84-C4A8-5F0A-4E63-8AB5847BF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52D923-EFC7-883E-2666-A2D9CEF752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4D9E1-41EB-77A7-1A62-0097EE3B1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EF407-B7CA-48AD-B372-F18D38ACEB3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CB4DAE-FAA0-1DB1-BCA9-9FC3D16C4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670030-C67C-1793-138A-AABFB84F1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A1D2-2960-4BCF-96D5-E182A7F7C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621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0068E-9048-A223-6F4D-C44F0176E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23B3BD-0A94-9FCD-F2D6-253EC8A430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5C29FB-6A93-04B4-7B87-C17DE7F1B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4B951-571E-E127-8857-28BD92858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EF407-B7CA-48AD-B372-F18D38ACEB3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F80810-FAE8-C781-8A03-D0279AD51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1434E0-F1A4-1699-B05F-68207AB8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A1D2-2960-4BCF-96D5-E182A7F7C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741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2B5DA-9746-2D90-390E-C391B0AE8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539BBD-2BD3-9F40-2E16-B6FF56FB50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DF52E-601B-AB4C-0390-B3174CAAA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EF407-B7CA-48AD-B372-F18D38ACEB3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BF546-36E7-D3A1-BD52-2DC518174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C5DE7-F14D-3E2C-D33D-BEB55C23F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A1D2-2960-4BCF-96D5-E182A7F7C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248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3C026F-8434-F7B3-320F-4CA36E3183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F2861F-4F19-7A4A-172D-E703180FF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2844E-C8BF-D9D5-9F04-907F932CD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EF407-B7CA-48AD-B372-F18D38ACEB3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B3A79-54B3-2E46-1E16-6B7B553D8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5D2CC-5714-B629-82E1-9DEB2B5EF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DA1D2-2960-4BCF-96D5-E182A7F7C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530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EC7706-CA11-A51C-7DAA-0CC59038D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1E5A18-B47A-14E7-93F8-893A8744F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FB1F8-8C0C-E0A7-3113-FED8BB0C8D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3EF407-B7CA-48AD-B372-F18D38ACEB3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57FB1-C427-4270-AAB0-866582517C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A535C-FDB7-2BC2-0F4E-45A06991D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8DA1D2-2960-4BCF-96D5-E182A7F7C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198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CE955F-6651-9BB4-BD71-62EF2AA28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660" y="0"/>
            <a:ext cx="825534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B7B0A0-A625-7F93-26ED-61F7CEA24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65" y="5478607"/>
            <a:ext cx="3363452" cy="1379393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4D7D1CD5-C47A-42FF-ECB5-70EA1E696C52}"/>
              </a:ext>
            </a:extLst>
          </p:cNvPr>
          <p:cNvSpPr/>
          <p:nvPr/>
        </p:nvSpPr>
        <p:spPr>
          <a:xfrm rot="4474291">
            <a:off x="189709" y="5534191"/>
            <a:ext cx="858900" cy="206734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408FA4A-E9D5-879A-C8D6-6B00F71CA513}"/>
              </a:ext>
            </a:extLst>
          </p:cNvPr>
          <p:cNvSpPr/>
          <p:nvPr/>
        </p:nvSpPr>
        <p:spPr>
          <a:xfrm rot="2561790">
            <a:off x="8426553" y="1739146"/>
            <a:ext cx="486927" cy="206734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0CC150-454A-5C48-CF5C-9EB84EEA961A}"/>
              </a:ext>
            </a:extLst>
          </p:cNvPr>
          <p:cNvSpPr txBox="1"/>
          <p:nvPr/>
        </p:nvSpPr>
        <p:spPr>
          <a:xfrm>
            <a:off x="119565" y="132639"/>
            <a:ext cx="3117257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We updated the engine to allow multiple cores to work on the model optimization in parallel.</a:t>
            </a:r>
          </a:p>
          <a:p>
            <a:endParaRPr lang="en-US" sz="1600" dirty="0"/>
          </a:p>
          <a:p>
            <a:r>
              <a:rPr lang="en-US" sz="1600" dirty="0"/>
              <a:t>This decreased runtime by approximately one order of magnitude.</a:t>
            </a:r>
          </a:p>
          <a:p>
            <a:endParaRPr lang="en-US" sz="1600" dirty="0"/>
          </a:p>
          <a:p>
            <a:r>
              <a:rPr lang="en-US" sz="1600" dirty="0"/>
              <a:t>To activate multiple cores, click on the four bars on the bottom left and select “Parallel Preferences”.</a:t>
            </a:r>
          </a:p>
          <a:p>
            <a:r>
              <a:rPr lang="en-US" sz="1600" dirty="0"/>
              <a:t>Then activate as many parallel pools as you prefer / want to spare.</a:t>
            </a:r>
          </a:p>
          <a:p>
            <a:endParaRPr lang="en-US" sz="1600" dirty="0"/>
          </a:p>
          <a:p>
            <a:r>
              <a:rPr lang="en-US" sz="1600" dirty="0"/>
              <a:t>The procedure has been validate against the previous settings and showed the same parameter </a:t>
            </a:r>
            <a:r>
              <a:rPr lang="en-US" sz="1600"/>
              <a:t>space explorer results </a:t>
            </a:r>
            <a:r>
              <a:rPr lang="en-US" sz="1600" dirty="0"/>
              <a:t>(but faster runtime).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F296874-1603-A71E-1209-09AF282AAC5C}"/>
              </a:ext>
            </a:extLst>
          </p:cNvPr>
          <p:cNvSpPr/>
          <p:nvPr/>
        </p:nvSpPr>
        <p:spPr>
          <a:xfrm rot="4474291">
            <a:off x="-238073" y="5923676"/>
            <a:ext cx="858900" cy="206734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082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580A8E-CA12-0715-7E58-FAC3312935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908450"/>
              </p:ext>
            </p:extLst>
          </p:nvPr>
        </p:nvGraphicFramePr>
        <p:xfrm>
          <a:off x="544002" y="1240203"/>
          <a:ext cx="10515600" cy="13716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93696712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2821389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dirty="0"/>
                        <a:t>File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/>
                        <a:t>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0599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dirty="0" err="1">
                          <a:latin typeface="Courier New" panose="02070309020205020404" pitchFamily="49" charset="0"/>
                        </a:rPr>
                        <a:t>calc_conf.m</a:t>
                      </a:r>
                      <a:endParaRPr lang="de-CH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/>
                        <a:t>modified (2 blocks)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404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dirty="0">
                          <a:latin typeface="Courier New" panose="02070309020205020404" pitchFamily="49" charset="0"/>
                        </a:rPr>
                        <a:t>set_glo2_worker.m</a:t>
                      </a:r>
                      <a:endParaRPr lang="de-CH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b="1" dirty="0" err="1"/>
                        <a:t>new</a:t>
                      </a:r>
                      <a:r>
                        <a:rPr lang="de-CH" dirty="0"/>
                        <a:t> </a:t>
                      </a:r>
                      <a:r>
                        <a:rPr lang="de-CH" dirty="0" err="1"/>
                        <a:t>helper</a:t>
                      </a:r>
                      <a:r>
                        <a:rPr lang="de-CH" dirty="0"/>
                        <a:t> </a:t>
                      </a:r>
                      <a:r>
                        <a:rPr lang="de-CH" dirty="0" err="1"/>
                        <a:t>file</a:t>
                      </a:r>
                      <a:r>
                        <a:rPr lang="de-CH" dirty="0"/>
                        <a:t>, </a:t>
                      </a:r>
                      <a:r>
                        <a:rPr lang="de-CH" dirty="0" err="1"/>
                        <a:t>must</a:t>
                      </a:r>
                      <a:r>
                        <a:rPr lang="de-CH" dirty="0"/>
                        <a:t> </a:t>
                      </a:r>
                      <a:r>
                        <a:rPr lang="de-CH" dirty="0" err="1"/>
                        <a:t>be</a:t>
                      </a:r>
                      <a:r>
                        <a:rPr lang="de-CH" dirty="0"/>
                        <a:t> on </a:t>
                      </a:r>
                      <a:r>
                        <a:rPr lang="de-CH" dirty="0" err="1"/>
                        <a:t>the</a:t>
                      </a:r>
                      <a:r>
                        <a:rPr lang="de-CH" dirty="0"/>
                        <a:t> MATLAB </a:t>
                      </a:r>
                      <a:r>
                        <a:rPr lang="de-CH" dirty="0" err="1"/>
                        <a:t>path</a:t>
                      </a:r>
                      <a:r>
                        <a:rPr lang="de-CH" dirty="0"/>
                        <a:t> (e.g. </a:t>
                      </a:r>
                      <a:r>
                        <a:rPr lang="de-CH" dirty="0">
                          <a:latin typeface="Courier New" panose="02070309020205020404" pitchFamily="49" charset="0"/>
                        </a:rPr>
                        <a:t>BYOM/</a:t>
                      </a:r>
                      <a:r>
                        <a:rPr lang="de-CH" dirty="0" err="1">
                          <a:latin typeface="Courier New" panose="02070309020205020404" pitchFamily="49" charset="0"/>
                        </a:rPr>
                        <a:t>engine</a:t>
                      </a:r>
                      <a:r>
                        <a:rPr lang="de-CH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74114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177A628-637C-78A5-A544-BFE1D490E4DC}"/>
              </a:ext>
            </a:extLst>
          </p:cNvPr>
          <p:cNvSpPr txBox="1"/>
          <p:nvPr/>
        </p:nvSpPr>
        <p:spPr>
          <a:xfrm>
            <a:off x="544002" y="636104"/>
            <a:ext cx="308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Overview on the changed files:</a:t>
            </a:r>
          </a:p>
        </p:txBody>
      </p:sp>
    </p:spTree>
    <p:extLst>
      <p:ext uri="{BB962C8B-B14F-4D97-AF65-F5344CB8AC3E}">
        <p14:creationId xmlns:p14="http://schemas.microsoft.com/office/powerpoint/2010/main" val="2511368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</vt:vector>
  </TitlesOfParts>
  <Company>Eawag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Raths, Johannes</dc:creator>
  <cp:lastModifiedBy>Raths, Johannes</cp:lastModifiedBy>
  <cp:revision>4</cp:revision>
  <dcterms:created xsi:type="dcterms:W3CDTF">2026-08-18T08:05:19Z</dcterms:created>
  <dcterms:modified xsi:type="dcterms:W3CDTF">2026-08-18T08:41:37Z</dcterms:modified>
</cp:coreProperties>
</file>